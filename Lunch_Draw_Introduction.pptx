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200" kern="0" dirty="0">
                <a:solidFill>
                  <a:srgbClr val="00F2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LUNCH DRAW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今日就交給命運來決定吧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3474720"/>
            <a:ext cx="1828800" cy="0"/>
          </a:xfrm>
          <a:prstGeom prst="line">
            <a:avLst/>
          </a:prstGeom>
          <a:noFill/>
          <a:ln w="38100">
            <a:solidFill>
              <a:srgbClr val="FF007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F2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專案概述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解決現代人「午餐吃什麼」的世紀難題。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結合現代化網頁視覺與流暢的老虎機動畫。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提供自訂清單、權重設定與資料持久化功能。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F2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設計與視覺 (Rich Aesthetics)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</a:rPr>
              <a:t>深色擬態 (Dark Morphism)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使用極深背景搭配玻璃質感與霓虹發光特效。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</a:rPr>
              <a:t>動態反饋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呼吸燈 Logo、流動背景球體，讓頁面充滿生命力。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7680960" cy="9144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0F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2FF"/>
                </a:solidFill>
              </a:rPr>
              <a:t>老虎機滾輪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物理感垂直滾動動畫，營造期待感。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F2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核心技術亮點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權重隨機演算法 (Weighted Random Selection)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   讓每項午餐都有自訂的出現機率。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LocalStorage 儲存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   自動保存姓名與清單，網頁重啟不消失。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響應式設計 (RWD)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   完美適配手機與桌面瀏覽器。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0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00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謝謝聆聽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現在就出發去吃午餐吧！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Lunch Lucky Draw Web App Overview</dc:title>
  <dc:subject>PptxGenJS Presentation</dc:subject>
  <dc:creator>PptxGenJS</dc:creator>
  <cp:lastModifiedBy>PptxGenJS</cp:lastModifiedBy>
  <cp:revision>1</cp:revision>
  <dcterms:created xsi:type="dcterms:W3CDTF">2026-03-17T15:41:16Z</dcterms:created>
  <dcterms:modified xsi:type="dcterms:W3CDTF">2026-03-17T15:41:16Z</dcterms:modified>
</cp:coreProperties>
</file>